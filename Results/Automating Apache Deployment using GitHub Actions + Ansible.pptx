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72A18B-78F8-47AB-A4F3-6B9B6DB8EE3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016E0E-865E-469F-AB1C-94665E0EEFE8}">
      <dgm:prSet/>
      <dgm:spPr/>
      <dgm:t>
        <a:bodyPr/>
        <a:lstStyle/>
        <a:p>
          <a:r>
            <a:rPr lang="en-IN"/>
            <a:t>Update Server list in inventory file → GitHub repo</a:t>
          </a:r>
          <a:endParaRPr lang="en-US"/>
        </a:p>
      </dgm:t>
    </dgm:pt>
    <dgm:pt modelId="{45DCC4B6-3968-4118-9BDE-CC448B7FB0B8}" type="parTrans" cxnId="{7C8775B1-B91F-4ACC-9BDE-629BDDD9D998}">
      <dgm:prSet/>
      <dgm:spPr/>
      <dgm:t>
        <a:bodyPr/>
        <a:lstStyle/>
        <a:p>
          <a:endParaRPr lang="en-US"/>
        </a:p>
      </dgm:t>
    </dgm:pt>
    <dgm:pt modelId="{6B25FAF0-A698-418A-B6E5-4B0BDF0E03FB}" type="sibTrans" cxnId="{7C8775B1-B91F-4ACC-9BDE-629BDDD9D998}">
      <dgm:prSet/>
      <dgm:spPr/>
      <dgm:t>
        <a:bodyPr/>
        <a:lstStyle/>
        <a:p>
          <a:endParaRPr lang="en-US"/>
        </a:p>
      </dgm:t>
    </dgm:pt>
    <dgm:pt modelId="{535EDB78-CE81-445B-A9BE-98E4889C466A}">
      <dgm:prSet/>
      <dgm:spPr/>
      <dgm:t>
        <a:bodyPr/>
        <a:lstStyle/>
        <a:p>
          <a:r>
            <a:rPr lang="en-IN"/>
            <a:t>GitHub Actions pipeline triggers</a:t>
          </a:r>
          <a:endParaRPr lang="en-US"/>
        </a:p>
      </dgm:t>
    </dgm:pt>
    <dgm:pt modelId="{9ECFF037-44E8-4BCB-8EF9-670033D987A7}" type="parTrans" cxnId="{F1ECED78-7A22-487D-91A2-394612CC0255}">
      <dgm:prSet/>
      <dgm:spPr/>
      <dgm:t>
        <a:bodyPr/>
        <a:lstStyle/>
        <a:p>
          <a:endParaRPr lang="en-US"/>
        </a:p>
      </dgm:t>
    </dgm:pt>
    <dgm:pt modelId="{373BF3EC-336B-4BE8-A06A-061EFFFFDDEF}" type="sibTrans" cxnId="{F1ECED78-7A22-487D-91A2-394612CC0255}">
      <dgm:prSet/>
      <dgm:spPr/>
      <dgm:t>
        <a:bodyPr/>
        <a:lstStyle/>
        <a:p>
          <a:endParaRPr lang="en-US"/>
        </a:p>
      </dgm:t>
    </dgm:pt>
    <dgm:pt modelId="{57C36095-E6D6-4D10-B281-5FAE7E901678}">
      <dgm:prSet/>
      <dgm:spPr/>
      <dgm:t>
        <a:bodyPr/>
        <a:lstStyle/>
        <a:p>
          <a:r>
            <a:rPr lang="en-IN"/>
            <a:t>Runner executes Ansible playbook</a:t>
          </a:r>
          <a:endParaRPr lang="en-US"/>
        </a:p>
      </dgm:t>
    </dgm:pt>
    <dgm:pt modelId="{61664F7F-7945-446D-AE1A-14E1513599F3}" type="parTrans" cxnId="{D0A22B88-0A91-4851-9168-A1CBA0AB5D68}">
      <dgm:prSet/>
      <dgm:spPr/>
      <dgm:t>
        <a:bodyPr/>
        <a:lstStyle/>
        <a:p>
          <a:endParaRPr lang="en-US"/>
        </a:p>
      </dgm:t>
    </dgm:pt>
    <dgm:pt modelId="{D42B010A-CA8B-4432-A58D-5EDAEFF0C33D}" type="sibTrans" cxnId="{D0A22B88-0A91-4851-9168-A1CBA0AB5D68}">
      <dgm:prSet/>
      <dgm:spPr/>
      <dgm:t>
        <a:bodyPr/>
        <a:lstStyle/>
        <a:p>
          <a:endParaRPr lang="en-US"/>
        </a:p>
      </dgm:t>
    </dgm:pt>
    <dgm:pt modelId="{DFD62866-E9F4-4494-9E39-F6F9C6DDD9B7}">
      <dgm:prSet/>
      <dgm:spPr/>
      <dgm:t>
        <a:bodyPr/>
        <a:lstStyle/>
        <a:p>
          <a:r>
            <a:rPr lang="en-IN" dirty="0"/>
            <a:t>Apache installed + homepage deployed on servers</a:t>
          </a:r>
          <a:endParaRPr lang="en-US" dirty="0"/>
        </a:p>
      </dgm:t>
    </dgm:pt>
    <dgm:pt modelId="{6CFB79A0-8D9D-48EA-9289-2FBFDD8B9458}" type="parTrans" cxnId="{4A7E19F3-4A87-4E46-A863-B95DD2CD9715}">
      <dgm:prSet/>
      <dgm:spPr/>
      <dgm:t>
        <a:bodyPr/>
        <a:lstStyle/>
        <a:p>
          <a:endParaRPr lang="en-US"/>
        </a:p>
      </dgm:t>
    </dgm:pt>
    <dgm:pt modelId="{DF0DE6C3-EA62-48D7-90A9-C6BEB8F02228}" type="sibTrans" cxnId="{4A7E19F3-4A87-4E46-A863-B95DD2CD9715}">
      <dgm:prSet/>
      <dgm:spPr/>
      <dgm:t>
        <a:bodyPr/>
        <a:lstStyle/>
        <a:p>
          <a:endParaRPr lang="en-US"/>
        </a:p>
      </dgm:t>
    </dgm:pt>
    <dgm:pt modelId="{7731D96E-2D13-4023-9822-B4E4B727FA30}" type="pres">
      <dgm:prSet presAssocID="{1F72A18B-78F8-47AB-A4F3-6B9B6DB8EE3B}" presName="outerComposite" presStyleCnt="0">
        <dgm:presLayoutVars>
          <dgm:chMax val="5"/>
          <dgm:dir/>
          <dgm:resizeHandles val="exact"/>
        </dgm:presLayoutVars>
      </dgm:prSet>
      <dgm:spPr/>
    </dgm:pt>
    <dgm:pt modelId="{15FCC3C1-B2F2-4140-8BE7-E90CE60155FD}" type="pres">
      <dgm:prSet presAssocID="{1F72A18B-78F8-47AB-A4F3-6B9B6DB8EE3B}" presName="dummyMaxCanvas" presStyleCnt="0">
        <dgm:presLayoutVars/>
      </dgm:prSet>
      <dgm:spPr/>
    </dgm:pt>
    <dgm:pt modelId="{0F5C49D5-B959-45C8-A06A-6EE18139FD13}" type="pres">
      <dgm:prSet presAssocID="{1F72A18B-78F8-47AB-A4F3-6B9B6DB8EE3B}" presName="FourNodes_1" presStyleLbl="node1" presStyleIdx="0" presStyleCnt="4">
        <dgm:presLayoutVars>
          <dgm:bulletEnabled val="1"/>
        </dgm:presLayoutVars>
      </dgm:prSet>
      <dgm:spPr/>
    </dgm:pt>
    <dgm:pt modelId="{E23C33E3-F991-407B-A423-0361AA77CC9F}" type="pres">
      <dgm:prSet presAssocID="{1F72A18B-78F8-47AB-A4F3-6B9B6DB8EE3B}" presName="FourNodes_2" presStyleLbl="node1" presStyleIdx="1" presStyleCnt="4">
        <dgm:presLayoutVars>
          <dgm:bulletEnabled val="1"/>
        </dgm:presLayoutVars>
      </dgm:prSet>
      <dgm:spPr/>
    </dgm:pt>
    <dgm:pt modelId="{C5AE5536-BD6F-47F3-962A-DF0084A82894}" type="pres">
      <dgm:prSet presAssocID="{1F72A18B-78F8-47AB-A4F3-6B9B6DB8EE3B}" presName="FourNodes_3" presStyleLbl="node1" presStyleIdx="2" presStyleCnt="4">
        <dgm:presLayoutVars>
          <dgm:bulletEnabled val="1"/>
        </dgm:presLayoutVars>
      </dgm:prSet>
      <dgm:spPr/>
    </dgm:pt>
    <dgm:pt modelId="{B5B8328E-0069-4D58-B062-52026DBACEDB}" type="pres">
      <dgm:prSet presAssocID="{1F72A18B-78F8-47AB-A4F3-6B9B6DB8EE3B}" presName="FourNodes_4" presStyleLbl="node1" presStyleIdx="3" presStyleCnt="4">
        <dgm:presLayoutVars>
          <dgm:bulletEnabled val="1"/>
        </dgm:presLayoutVars>
      </dgm:prSet>
      <dgm:spPr/>
    </dgm:pt>
    <dgm:pt modelId="{0A101849-80FA-4532-B95F-A44EC80E4866}" type="pres">
      <dgm:prSet presAssocID="{1F72A18B-78F8-47AB-A4F3-6B9B6DB8EE3B}" presName="FourConn_1-2" presStyleLbl="fgAccFollowNode1" presStyleIdx="0" presStyleCnt="3">
        <dgm:presLayoutVars>
          <dgm:bulletEnabled val="1"/>
        </dgm:presLayoutVars>
      </dgm:prSet>
      <dgm:spPr/>
    </dgm:pt>
    <dgm:pt modelId="{BC5FC84E-EE71-47DB-A2E9-7E235EFA52C5}" type="pres">
      <dgm:prSet presAssocID="{1F72A18B-78F8-47AB-A4F3-6B9B6DB8EE3B}" presName="FourConn_2-3" presStyleLbl="fgAccFollowNode1" presStyleIdx="1" presStyleCnt="3">
        <dgm:presLayoutVars>
          <dgm:bulletEnabled val="1"/>
        </dgm:presLayoutVars>
      </dgm:prSet>
      <dgm:spPr/>
    </dgm:pt>
    <dgm:pt modelId="{5F508CAE-16D1-4B1D-B70A-B6741320C63A}" type="pres">
      <dgm:prSet presAssocID="{1F72A18B-78F8-47AB-A4F3-6B9B6DB8EE3B}" presName="FourConn_3-4" presStyleLbl="fgAccFollowNode1" presStyleIdx="2" presStyleCnt="3">
        <dgm:presLayoutVars>
          <dgm:bulletEnabled val="1"/>
        </dgm:presLayoutVars>
      </dgm:prSet>
      <dgm:spPr/>
    </dgm:pt>
    <dgm:pt modelId="{AFD0E09C-E6E4-4F43-9042-CD47E95A78E6}" type="pres">
      <dgm:prSet presAssocID="{1F72A18B-78F8-47AB-A4F3-6B9B6DB8EE3B}" presName="FourNodes_1_text" presStyleLbl="node1" presStyleIdx="3" presStyleCnt="4">
        <dgm:presLayoutVars>
          <dgm:bulletEnabled val="1"/>
        </dgm:presLayoutVars>
      </dgm:prSet>
      <dgm:spPr/>
    </dgm:pt>
    <dgm:pt modelId="{85368061-C14C-4F6A-8DB1-70DB6360B467}" type="pres">
      <dgm:prSet presAssocID="{1F72A18B-78F8-47AB-A4F3-6B9B6DB8EE3B}" presName="FourNodes_2_text" presStyleLbl="node1" presStyleIdx="3" presStyleCnt="4">
        <dgm:presLayoutVars>
          <dgm:bulletEnabled val="1"/>
        </dgm:presLayoutVars>
      </dgm:prSet>
      <dgm:spPr/>
    </dgm:pt>
    <dgm:pt modelId="{F4EC2D5C-7DED-472F-AA3B-D391A72A4A16}" type="pres">
      <dgm:prSet presAssocID="{1F72A18B-78F8-47AB-A4F3-6B9B6DB8EE3B}" presName="FourNodes_3_text" presStyleLbl="node1" presStyleIdx="3" presStyleCnt="4">
        <dgm:presLayoutVars>
          <dgm:bulletEnabled val="1"/>
        </dgm:presLayoutVars>
      </dgm:prSet>
      <dgm:spPr/>
    </dgm:pt>
    <dgm:pt modelId="{FA614FB1-39AE-4102-BEEE-4E50DDF18513}" type="pres">
      <dgm:prSet presAssocID="{1F72A18B-78F8-47AB-A4F3-6B9B6DB8EE3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DBAB90A-7AAE-47A2-9C62-CB1A8D6CF810}" type="presOf" srcId="{535EDB78-CE81-445B-A9BE-98E4889C466A}" destId="{85368061-C14C-4F6A-8DB1-70DB6360B467}" srcOrd="1" destOrd="0" presId="urn:microsoft.com/office/officeart/2005/8/layout/vProcess5"/>
    <dgm:cxn modelId="{BE499917-797A-4072-A9F7-CAA8BA5C3D57}" type="presOf" srcId="{73016E0E-865E-469F-AB1C-94665E0EEFE8}" destId="{0F5C49D5-B959-45C8-A06A-6EE18139FD13}" srcOrd="0" destOrd="0" presId="urn:microsoft.com/office/officeart/2005/8/layout/vProcess5"/>
    <dgm:cxn modelId="{95E20D5C-D430-4241-9DB8-448BF62AF63F}" type="presOf" srcId="{57C36095-E6D6-4D10-B281-5FAE7E901678}" destId="{F4EC2D5C-7DED-472F-AA3B-D391A72A4A16}" srcOrd="1" destOrd="0" presId="urn:microsoft.com/office/officeart/2005/8/layout/vProcess5"/>
    <dgm:cxn modelId="{E5937171-E267-42BC-8BCD-BCEDCD80A640}" type="presOf" srcId="{D42B010A-CA8B-4432-A58D-5EDAEFF0C33D}" destId="{5F508CAE-16D1-4B1D-B70A-B6741320C63A}" srcOrd="0" destOrd="0" presId="urn:microsoft.com/office/officeart/2005/8/layout/vProcess5"/>
    <dgm:cxn modelId="{F1ECED78-7A22-487D-91A2-394612CC0255}" srcId="{1F72A18B-78F8-47AB-A4F3-6B9B6DB8EE3B}" destId="{535EDB78-CE81-445B-A9BE-98E4889C466A}" srcOrd="1" destOrd="0" parTransId="{9ECFF037-44E8-4BCB-8EF9-670033D987A7}" sibTransId="{373BF3EC-336B-4BE8-A06A-061EFFFFDDEF}"/>
    <dgm:cxn modelId="{9E2D4C7C-CDB8-469C-9FFF-81A95C3E3795}" type="presOf" srcId="{73016E0E-865E-469F-AB1C-94665E0EEFE8}" destId="{AFD0E09C-E6E4-4F43-9042-CD47E95A78E6}" srcOrd="1" destOrd="0" presId="urn:microsoft.com/office/officeart/2005/8/layout/vProcess5"/>
    <dgm:cxn modelId="{D622A17D-FE66-4E03-8677-14E843A067AF}" type="presOf" srcId="{DFD62866-E9F4-4494-9E39-F6F9C6DDD9B7}" destId="{FA614FB1-39AE-4102-BEEE-4E50DDF18513}" srcOrd="1" destOrd="0" presId="urn:microsoft.com/office/officeart/2005/8/layout/vProcess5"/>
    <dgm:cxn modelId="{D0A22B88-0A91-4851-9168-A1CBA0AB5D68}" srcId="{1F72A18B-78F8-47AB-A4F3-6B9B6DB8EE3B}" destId="{57C36095-E6D6-4D10-B281-5FAE7E901678}" srcOrd="2" destOrd="0" parTransId="{61664F7F-7945-446D-AE1A-14E1513599F3}" sibTransId="{D42B010A-CA8B-4432-A58D-5EDAEFF0C33D}"/>
    <dgm:cxn modelId="{488E6689-03B7-4A86-AC85-14A99ABD2684}" type="presOf" srcId="{373BF3EC-336B-4BE8-A06A-061EFFFFDDEF}" destId="{BC5FC84E-EE71-47DB-A2E9-7E235EFA52C5}" srcOrd="0" destOrd="0" presId="urn:microsoft.com/office/officeart/2005/8/layout/vProcess5"/>
    <dgm:cxn modelId="{79D9238A-BE3A-4B71-9548-341488193357}" type="presOf" srcId="{DFD62866-E9F4-4494-9E39-F6F9C6DDD9B7}" destId="{B5B8328E-0069-4D58-B062-52026DBACEDB}" srcOrd="0" destOrd="0" presId="urn:microsoft.com/office/officeart/2005/8/layout/vProcess5"/>
    <dgm:cxn modelId="{31DE16A0-0848-476E-A141-4E88F1ED8A03}" type="presOf" srcId="{57C36095-E6D6-4D10-B281-5FAE7E901678}" destId="{C5AE5536-BD6F-47F3-962A-DF0084A82894}" srcOrd="0" destOrd="0" presId="urn:microsoft.com/office/officeart/2005/8/layout/vProcess5"/>
    <dgm:cxn modelId="{8B3114A1-D9B1-4763-8E07-483F8F3B596F}" type="presOf" srcId="{6B25FAF0-A698-418A-B6E5-4B0BDF0E03FB}" destId="{0A101849-80FA-4532-B95F-A44EC80E4866}" srcOrd="0" destOrd="0" presId="urn:microsoft.com/office/officeart/2005/8/layout/vProcess5"/>
    <dgm:cxn modelId="{78133EA3-CCF8-4339-88EE-66A66218E32E}" type="presOf" srcId="{1F72A18B-78F8-47AB-A4F3-6B9B6DB8EE3B}" destId="{7731D96E-2D13-4023-9822-B4E4B727FA30}" srcOrd="0" destOrd="0" presId="urn:microsoft.com/office/officeart/2005/8/layout/vProcess5"/>
    <dgm:cxn modelId="{7C8775B1-B91F-4ACC-9BDE-629BDDD9D998}" srcId="{1F72A18B-78F8-47AB-A4F3-6B9B6DB8EE3B}" destId="{73016E0E-865E-469F-AB1C-94665E0EEFE8}" srcOrd="0" destOrd="0" parTransId="{45DCC4B6-3968-4118-9BDE-CC448B7FB0B8}" sibTransId="{6B25FAF0-A698-418A-B6E5-4B0BDF0E03FB}"/>
    <dgm:cxn modelId="{6527A5ED-9E8C-4C59-8D2D-2C42EC104F83}" type="presOf" srcId="{535EDB78-CE81-445B-A9BE-98E4889C466A}" destId="{E23C33E3-F991-407B-A423-0361AA77CC9F}" srcOrd="0" destOrd="0" presId="urn:microsoft.com/office/officeart/2005/8/layout/vProcess5"/>
    <dgm:cxn modelId="{4A7E19F3-4A87-4E46-A863-B95DD2CD9715}" srcId="{1F72A18B-78F8-47AB-A4F3-6B9B6DB8EE3B}" destId="{DFD62866-E9F4-4494-9E39-F6F9C6DDD9B7}" srcOrd="3" destOrd="0" parTransId="{6CFB79A0-8D9D-48EA-9289-2FBFDD8B9458}" sibTransId="{DF0DE6C3-EA62-48D7-90A9-C6BEB8F02228}"/>
    <dgm:cxn modelId="{56F23656-B70F-49E2-B93F-412FA7D48A62}" type="presParOf" srcId="{7731D96E-2D13-4023-9822-B4E4B727FA30}" destId="{15FCC3C1-B2F2-4140-8BE7-E90CE60155FD}" srcOrd="0" destOrd="0" presId="urn:microsoft.com/office/officeart/2005/8/layout/vProcess5"/>
    <dgm:cxn modelId="{59C5F170-2DD4-4147-A3E5-234FE5991811}" type="presParOf" srcId="{7731D96E-2D13-4023-9822-B4E4B727FA30}" destId="{0F5C49D5-B959-45C8-A06A-6EE18139FD13}" srcOrd="1" destOrd="0" presId="urn:microsoft.com/office/officeart/2005/8/layout/vProcess5"/>
    <dgm:cxn modelId="{C15969F2-003F-4E2F-B13B-68A96C6CC667}" type="presParOf" srcId="{7731D96E-2D13-4023-9822-B4E4B727FA30}" destId="{E23C33E3-F991-407B-A423-0361AA77CC9F}" srcOrd="2" destOrd="0" presId="urn:microsoft.com/office/officeart/2005/8/layout/vProcess5"/>
    <dgm:cxn modelId="{F747BA75-180C-4217-A5DE-12D3A9F4C2B9}" type="presParOf" srcId="{7731D96E-2D13-4023-9822-B4E4B727FA30}" destId="{C5AE5536-BD6F-47F3-962A-DF0084A82894}" srcOrd="3" destOrd="0" presId="urn:microsoft.com/office/officeart/2005/8/layout/vProcess5"/>
    <dgm:cxn modelId="{59B561CE-3212-4694-AD1D-C6B6C8489084}" type="presParOf" srcId="{7731D96E-2D13-4023-9822-B4E4B727FA30}" destId="{B5B8328E-0069-4D58-B062-52026DBACEDB}" srcOrd="4" destOrd="0" presId="urn:microsoft.com/office/officeart/2005/8/layout/vProcess5"/>
    <dgm:cxn modelId="{704238FB-605B-483E-8D83-C1505BEA5151}" type="presParOf" srcId="{7731D96E-2D13-4023-9822-B4E4B727FA30}" destId="{0A101849-80FA-4532-B95F-A44EC80E4866}" srcOrd="5" destOrd="0" presId="urn:microsoft.com/office/officeart/2005/8/layout/vProcess5"/>
    <dgm:cxn modelId="{D86C9900-3FC7-4FA4-83E1-02B0F587C487}" type="presParOf" srcId="{7731D96E-2D13-4023-9822-B4E4B727FA30}" destId="{BC5FC84E-EE71-47DB-A2E9-7E235EFA52C5}" srcOrd="6" destOrd="0" presId="urn:microsoft.com/office/officeart/2005/8/layout/vProcess5"/>
    <dgm:cxn modelId="{148C3FEC-8072-477A-B5A7-8B07400642C6}" type="presParOf" srcId="{7731D96E-2D13-4023-9822-B4E4B727FA30}" destId="{5F508CAE-16D1-4B1D-B70A-B6741320C63A}" srcOrd="7" destOrd="0" presId="urn:microsoft.com/office/officeart/2005/8/layout/vProcess5"/>
    <dgm:cxn modelId="{DA5EE3EF-E520-41B8-AAF6-14F76C634FED}" type="presParOf" srcId="{7731D96E-2D13-4023-9822-B4E4B727FA30}" destId="{AFD0E09C-E6E4-4F43-9042-CD47E95A78E6}" srcOrd="8" destOrd="0" presId="urn:microsoft.com/office/officeart/2005/8/layout/vProcess5"/>
    <dgm:cxn modelId="{A0EAE0A0-42D5-4F6B-837F-5966AD9D1C14}" type="presParOf" srcId="{7731D96E-2D13-4023-9822-B4E4B727FA30}" destId="{85368061-C14C-4F6A-8DB1-70DB6360B467}" srcOrd="9" destOrd="0" presId="urn:microsoft.com/office/officeart/2005/8/layout/vProcess5"/>
    <dgm:cxn modelId="{CBEA51E5-5726-4162-8840-0846537FB1E2}" type="presParOf" srcId="{7731D96E-2D13-4023-9822-B4E4B727FA30}" destId="{F4EC2D5C-7DED-472F-AA3B-D391A72A4A16}" srcOrd="10" destOrd="0" presId="urn:microsoft.com/office/officeart/2005/8/layout/vProcess5"/>
    <dgm:cxn modelId="{8BEA1499-BDFA-4383-A697-31A62919BB3E}" type="presParOf" srcId="{7731D96E-2D13-4023-9822-B4E4B727FA30}" destId="{FA614FB1-39AE-4102-BEEE-4E50DDF1851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C49D5-B959-45C8-A06A-6EE18139FD13}">
      <dsp:nvSpPr>
        <dsp:cNvPr id="0" name=""/>
        <dsp:cNvSpPr/>
      </dsp:nvSpPr>
      <dsp:spPr>
        <a:xfrm>
          <a:off x="0" y="0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Update Server list in inventory file → GitHub repo</a:t>
          </a:r>
          <a:endParaRPr lang="en-US" sz="2600" kern="1200"/>
        </a:p>
      </dsp:txBody>
      <dsp:txXfrm>
        <a:off x="24092" y="24092"/>
        <a:ext cx="7755640" cy="774366"/>
      </dsp:txXfrm>
    </dsp:sp>
    <dsp:sp modelId="{E23C33E3-F991-407B-A423-0361AA77CC9F}">
      <dsp:nvSpPr>
        <dsp:cNvPr id="0" name=""/>
        <dsp:cNvSpPr/>
      </dsp:nvSpPr>
      <dsp:spPr>
        <a:xfrm>
          <a:off x="729692" y="972105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GitHub Actions pipeline triggers</a:t>
          </a:r>
          <a:endParaRPr lang="en-US" sz="2600" kern="1200"/>
        </a:p>
      </dsp:txBody>
      <dsp:txXfrm>
        <a:off x="753784" y="996197"/>
        <a:ext cx="7400208" cy="774366"/>
      </dsp:txXfrm>
    </dsp:sp>
    <dsp:sp modelId="{C5AE5536-BD6F-47F3-962A-DF0084A82894}">
      <dsp:nvSpPr>
        <dsp:cNvPr id="0" name=""/>
        <dsp:cNvSpPr/>
      </dsp:nvSpPr>
      <dsp:spPr>
        <a:xfrm>
          <a:off x="1448493" y="1944211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Runner executes Ansible playbook</a:t>
          </a:r>
          <a:endParaRPr lang="en-US" sz="2600" kern="1200"/>
        </a:p>
      </dsp:txBody>
      <dsp:txXfrm>
        <a:off x="1472585" y="1968303"/>
        <a:ext cx="7411099" cy="774366"/>
      </dsp:txXfrm>
    </dsp:sp>
    <dsp:sp modelId="{B5B8328E-0069-4D58-B062-52026DBACEDB}">
      <dsp:nvSpPr>
        <dsp:cNvPr id="0" name=""/>
        <dsp:cNvSpPr/>
      </dsp:nvSpPr>
      <dsp:spPr>
        <a:xfrm>
          <a:off x="2178185" y="2916317"/>
          <a:ext cx="8712743" cy="822550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Apache installed + homepage deployed on servers</a:t>
          </a:r>
          <a:endParaRPr lang="en-US" sz="2600" kern="1200" dirty="0"/>
        </a:p>
      </dsp:txBody>
      <dsp:txXfrm>
        <a:off x="2202277" y="2940409"/>
        <a:ext cx="7400208" cy="774366"/>
      </dsp:txXfrm>
    </dsp:sp>
    <dsp:sp modelId="{0A101849-80FA-4532-B95F-A44EC80E4866}">
      <dsp:nvSpPr>
        <dsp:cNvPr id="0" name=""/>
        <dsp:cNvSpPr/>
      </dsp:nvSpPr>
      <dsp:spPr>
        <a:xfrm>
          <a:off x="8178085" y="629999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98383" y="629999"/>
        <a:ext cx="294062" cy="402330"/>
      </dsp:txXfrm>
    </dsp:sp>
    <dsp:sp modelId="{BC5FC84E-EE71-47DB-A2E9-7E235EFA52C5}">
      <dsp:nvSpPr>
        <dsp:cNvPr id="0" name=""/>
        <dsp:cNvSpPr/>
      </dsp:nvSpPr>
      <dsp:spPr>
        <a:xfrm>
          <a:off x="8907777" y="1602104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28075" y="1602104"/>
        <a:ext cx="294062" cy="402330"/>
      </dsp:txXfrm>
    </dsp:sp>
    <dsp:sp modelId="{5F508CAE-16D1-4B1D-B70A-B6741320C63A}">
      <dsp:nvSpPr>
        <dsp:cNvPr id="0" name=""/>
        <dsp:cNvSpPr/>
      </dsp:nvSpPr>
      <dsp:spPr>
        <a:xfrm>
          <a:off x="9626578" y="2574210"/>
          <a:ext cx="534658" cy="534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46876" y="2574210"/>
        <a:ext cx="294062" cy="402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7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9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4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2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6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8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7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68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1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03B90-7832-C428-D834-83541391DB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49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E0ACF3-1A53-6EBA-FF22-9C0A172B1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100">
                <a:solidFill>
                  <a:srgbClr val="FFFFFF"/>
                </a:solidFill>
              </a:rPr>
              <a:t>Automating Apache Deployment using GitHub Actions + Ansible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2CB0B-A5B0-1077-E0B7-D49A40E69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endParaRPr lang="en-IN" sz="1500" b="1" dirty="0">
              <a:solidFill>
                <a:srgbClr val="FFFFFF"/>
              </a:solidFill>
              <a:effectLst/>
            </a:endParaRPr>
          </a:p>
          <a:p>
            <a:pPr>
              <a:lnSpc>
                <a:spcPct val="120000"/>
              </a:lnSpc>
            </a:pPr>
            <a:r>
              <a:rPr lang="en-IN" sz="1500" b="1" dirty="0">
                <a:solidFill>
                  <a:srgbClr val="FFFFFF"/>
                </a:solidFill>
                <a:effectLst/>
              </a:rPr>
              <a:t>Tools:</a:t>
            </a:r>
            <a:r>
              <a:rPr lang="en-IN" sz="1500" dirty="0">
                <a:solidFill>
                  <a:srgbClr val="FFFFFF"/>
                </a:solidFill>
                <a:effectLst/>
              </a:rPr>
              <a:t> GitHub Actions, Ansible, Oracle VirtualBox</a:t>
            </a:r>
            <a:endParaRPr lang="en-IN" sz="15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endParaRPr lang="en-IN" sz="15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6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2F0C9-E70B-7DE8-B230-A8E60C45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5684807" cy="29966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Tools &amp; Environment</a:t>
            </a:r>
            <a:br>
              <a:rPr lang="en-US" sz="2400"/>
            </a:br>
            <a:r>
              <a:rPr lang="en-US" sz="2400"/>
              <a:t>Oracle VirtualBox → Local Linux VMs</a:t>
            </a:r>
            <a:br>
              <a:rPr lang="en-US" sz="2400"/>
            </a:br>
            <a:r>
              <a:rPr lang="en-US" sz="2400"/>
              <a:t>GitHub → Repo + CI/CD pipeline</a:t>
            </a:r>
            <a:br>
              <a:rPr lang="en-US" sz="2400"/>
            </a:br>
            <a:r>
              <a:rPr lang="en-US" sz="2400"/>
              <a:t>Ansible → Automation engine</a:t>
            </a:r>
            <a:br>
              <a:rPr lang="en-US" sz="2400"/>
            </a:br>
            <a:r>
              <a:rPr lang="en-US" sz="2400"/>
              <a:t>Self‑Hosted Runner → Connect GitHub Actions to local servers</a:t>
            </a:r>
            <a:br>
              <a:rPr lang="en-US" sz="2400"/>
            </a:b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5F7D9A-7514-343A-9F49-5CB9D91FA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8159" y="753203"/>
            <a:ext cx="4040373" cy="2535334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74043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1E476-F50B-9637-D694-AC4D2FBA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159" y="3610272"/>
            <a:ext cx="4040373" cy="216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1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78762-D66F-5FC9-374C-656C49D9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021842"/>
            <a:ext cx="3156857" cy="2642616"/>
          </a:xfrm>
        </p:spPr>
        <p:txBody>
          <a:bodyPr anchor="b">
            <a:normAutofit/>
          </a:bodyPr>
          <a:lstStyle/>
          <a:p>
            <a:r>
              <a:rPr lang="en-IN" sz="4400"/>
              <a:t>Configuring Self-Hosted Runner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3D0CBD1-9BC8-D0EE-4996-72218815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641" y="2441274"/>
            <a:ext cx="6876288" cy="338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5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50400-32E8-E162-0BCF-F6D2D36E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IN" dirty="0"/>
              <a:t>Workflow Diagram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BD7004-37FE-075A-EA9A-6CC6B50A1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47736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130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E4E0E-7927-43B9-DF2C-0F64017F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Implementation Steps</a:t>
            </a:r>
          </a:p>
        </p:txBody>
      </p:sp>
      <p:pic>
        <p:nvPicPr>
          <p:cNvPr id="5" name="Picture 4" descr="Bright ladder against dull ladders">
            <a:extLst>
              <a:ext uri="{FF2B5EF4-FFF2-40B4-BE49-F238E27FC236}">
                <a16:creationId xmlns:a16="http://schemas.microsoft.com/office/drawing/2014/main" id="{413AB3E1-589D-88B5-7674-01B32F2E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98" r="427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8CE6412-86E4-4104-8850-2C378578A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Ansible playbook (</a:t>
            </a:r>
            <a:r>
              <a:rPr lang="en-US" dirty="0" err="1"/>
              <a:t>configure_apache.yml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Updated Inventory file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Configured self‑hosted runner on VM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Pipeline runs automatically on push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9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2B1C2-552B-4D62-F52C-0BCF325E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4" y="914400"/>
            <a:ext cx="8945593" cy="948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Workflow file and Ansible Playbook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C42420-7E64-DA50-9505-3FAA4DFD29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7984" b="1"/>
          <a:stretch>
            <a:fillRect/>
          </a:stretch>
        </p:blipFill>
        <p:spPr>
          <a:xfrm>
            <a:off x="912627" y="2922073"/>
            <a:ext cx="5132089" cy="309991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4CC615-0F0C-9E54-5CF7-DBDB94146E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25087" b="1"/>
          <a:stretch>
            <a:fillRect/>
          </a:stretch>
        </p:blipFill>
        <p:spPr>
          <a:xfrm>
            <a:off x="6222582" y="2922564"/>
            <a:ext cx="5130449" cy="309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5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3DFE8-6D4C-0DDB-5309-5DA26274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C3EEFC-B7C4-8A77-53D9-118220A61C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2570" y="3622763"/>
            <a:ext cx="4978176" cy="256376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B32BBB-7AE0-0BED-9A63-90CBAE5597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0" y="3846781"/>
            <a:ext cx="4978176" cy="233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10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FB424-5F92-BB9B-8434-EDF74C77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4" y="914400"/>
            <a:ext cx="8945593" cy="948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Apache Deployment Result on Target Servers: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296D3F-514F-EF14-30E2-0AB4C6DCA5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2627" y="2791272"/>
            <a:ext cx="5132089" cy="336151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EE9705-71F1-5292-CC83-4F9E8842BA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22582" y="2777488"/>
            <a:ext cx="4739981" cy="338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114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123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Automating Apache Deployment using GitHub Actions + Ansible</vt:lpstr>
      <vt:lpstr>Tools &amp; Environment Oracle VirtualBox → Local Linux VMs GitHub → Repo + CI/CD pipeline Ansible → Automation engine Self‑Hosted Runner → Connect GitHub Actions to local servers </vt:lpstr>
      <vt:lpstr>Configuring Self-Hosted Runner</vt:lpstr>
      <vt:lpstr>Workflow Diagram</vt:lpstr>
      <vt:lpstr>Implementation Steps</vt:lpstr>
      <vt:lpstr>Workflow file and Ansible Playbook</vt:lpstr>
      <vt:lpstr>Results</vt:lpstr>
      <vt:lpstr>Apache Deployment Result on Target Servers: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Negi</dc:creator>
  <cp:lastModifiedBy>Ankush Negi</cp:lastModifiedBy>
  <cp:revision>1</cp:revision>
  <dcterms:created xsi:type="dcterms:W3CDTF">2026-06-19T10:09:48Z</dcterms:created>
  <dcterms:modified xsi:type="dcterms:W3CDTF">2026-06-19T11:19:22Z</dcterms:modified>
</cp:coreProperties>
</file>